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AA">
  <a:themeElements>
    <a:clrScheme name="IAA">
      <a:dk1>
        <a:srgbClr val="101827"/>
      </a:dk1>
      <a:lt1>
        <a:srgbClr val="F8FAFC"/>
      </a:lt1>
      <a:dk2>
        <a:srgbClr val="1B2940"/>
      </a:dk2>
      <a:lt2>
        <a:srgbClr val="B9C6D7"/>
      </a:lt2>
      <a:accent1>
        <a:srgbClr val="44D5C1"/>
      </a:accent1>
      <a:accent2>
        <a:srgbClr val="F5C66D"/>
      </a:accent2>
      <a:accent3>
        <a:srgbClr val="F38D88"/>
      </a:accent3>
      <a:accent4>
        <a:srgbClr val="526783"/>
      </a:accent4>
      <a:accent5>
        <a:srgbClr val="22344D"/>
      </a:accent5>
      <a:accent6>
        <a:srgbClr val="405269"/>
      </a:accent6>
      <a:hlink>
        <a:srgbClr val="44D5C1"/>
      </a:hlink>
      <a:folHlink>
        <a:srgbClr val="F5C66D"/>
      </a:folHlink>
    </a:clrScheme>
    <a:fontScheme name="IAA">
      <a:majorFont>
        <a:latin typeface="DejaVu Sans"/>
      </a:majorFont>
      <a:minorFont>
        <a:latin typeface="DejaVu Sans"/>
      </a:minorFont>
    </a:fontScheme>
    <a:fmtScheme name="IAA">
      <a:fillStyleLst>
        <a:solidFill>
          <a:schemeClr val="accent1"/>
        </a:solidFill>
        <a:solidFill>
          <a:schemeClr val="accent2"/>
        </a:solidFill>
        <a:gradFill rotWithShape="1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accen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PowerPoint</Application>
  <Slides>6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>
  <dc:title>DBACP con MMAS - Presentación de avance</dc:title>
  <dc:creator>Francisco Valencia</dc:creator>
  <dc:description>Presentación de avance INF388, seis diapositivas</dc:description>
</cp:coreProperties>
</file>